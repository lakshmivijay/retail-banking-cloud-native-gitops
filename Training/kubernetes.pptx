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2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8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6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87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17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27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0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52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0CB3E-58CB-4C16-9D32-31E7F25A709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5CE95-6FE2-4E7F-9A1E-53C031A91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03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kubernetes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7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874" y="104502"/>
            <a:ext cx="12020126" cy="679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17" y="0"/>
            <a:ext cx="10515600" cy="42221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5535"/>
            <a:ext cx="10593278" cy="19433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9" y="5179215"/>
            <a:ext cx="11250595" cy="10193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03058"/>
            <a:ext cx="10364646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09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7845"/>
            <a:ext cx="8848120" cy="652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4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1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kubernetes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</dc:title>
  <dc:creator>Microsoft account</dc:creator>
  <cp:lastModifiedBy>Microsoft account</cp:lastModifiedBy>
  <cp:revision>5</cp:revision>
  <dcterms:created xsi:type="dcterms:W3CDTF">2026-09-21T05:36:21Z</dcterms:created>
  <dcterms:modified xsi:type="dcterms:W3CDTF">2026-09-21T17:06:41Z</dcterms:modified>
</cp:coreProperties>
</file>